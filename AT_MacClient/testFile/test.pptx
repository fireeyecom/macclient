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10/19/17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test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093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177" y="2336800"/>
            <a:ext cx="5659622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70594"/>
      </p:ext>
    </p:extLst>
  </p:cSld>
  <p:clrMapOvr>
    <a:masterClrMapping/>
  </p:clrMapOvr>
</p:sld>
</file>

<file path=ppt/theme/theme1.xml><?xml version="1.0" encoding="utf-8"?>
<a:theme xmlns:a="http://schemas.openxmlformats.org/drawingml/2006/main" name="TM04033917[[fn=Berlin]]_novariants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</TotalTime>
  <Words>1</Words>
  <Application>Microsoft Macintosh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宋体</vt:lpstr>
      <vt:lpstr>TM04033917[[fn=Berlin]]_novariants</vt:lpstr>
      <vt:lpstr>test</vt:lpstr>
      <vt:lpstr>PowerPoint 演示文稿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Anyshare</dc:creator>
  <cp:lastModifiedBy>Anyshare</cp:lastModifiedBy>
  <cp:revision>2</cp:revision>
  <dcterms:created xsi:type="dcterms:W3CDTF">2017-10-19T05:49:53Z</dcterms:created>
  <dcterms:modified xsi:type="dcterms:W3CDTF">2017-10-19T07:00:38Z</dcterms:modified>
</cp:coreProperties>
</file>